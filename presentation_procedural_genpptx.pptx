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2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2" autoAdjust="0"/>
    <p:restoredTop sz="77679" autoAdjust="0"/>
  </p:normalViewPr>
  <p:slideViewPr>
    <p:cSldViewPr snapToGrid="0">
      <p:cViewPr varScale="1">
        <p:scale>
          <a:sx n="128" d="100"/>
          <a:sy n="128" d="100"/>
        </p:scale>
        <p:origin x="11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E4338-3EFF-4FBF-AB04-936F993029D7}" type="datetimeFigureOut">
              <a:rPr lang="de-CH" smtClean="0"/>
              <a:t>16.12.2025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95922-3A8A-4BC3-87C9-0F8530BAB0C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32523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CH" dirty="0"/>
              <a:t>I </a:t>
            </a:r>
            <a:r>
              <a:rPr lang="de-CH" dirty="0" err="1"/>
              <a:t>think</a:t>
            </a:r>
            <a:r>
              <a:rPr lang="de-CH" dirty="0"/>
              <a:t> </a:t>
            </a:r>
            <a:r>
              <a:rPr lang="de-CH" dirty="0" err="1"/>
              <a:t>most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you</a:t>
            </a:r>
            <a:r>
              <a:rPr lang="de-CH" dirty="0"/>
              <a:t> </a:t>
            </a:r>
            <a:r>
              <a:rPr lang="de-CH" dirty="0" err="1"/>
              <a:t>probably</a:t>
            </a:r>
            <a:r>
              <a:rPr lang="de-CH" dirty="0"/>
              <a:t> </a:t>
            </a:r>
            <a:r>
              <a:rPr lang="de-CH" dirty="0" err="1"/>
              <a:t>know</a:t>
            </a:r>
            <a:r>
              <a:rPr lang="de-CH" dirty="0"/>
              <a:t> </a:t>
            </a:r>
            <a:r>
              <a:rPr lang="de-CH" dirty="0" err="1"/>
              <a:t>what</a:t>
            </a:r>
            <a:r>
              <a:rPr lang="de-CH" dirty="0"/>
              <a:t> 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or</a:t>
            </a:r>
            <a:r>
              <a:rPr lang="de-CH" dirty="0"/>
              <a:t> at least </a:t>
            </a:r>
            <a:r>
              <a:rPr lang="de-CH" dirty="0" err="1"/>
              <a:t>know</a:t>
            </a:r>
            <a:r>
              <a:rPr lang="de-CH" dirty="0"/>
              <a:t> </a:t>
            </a:r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games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known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using</a:t>
            </a:r>
            <a:r>
              <a:rPr lang="de-CH" dirty="0"/>
              <a:t> </a:t>
            </a:r>
            <a:r>
              <a:rPr lang="de-CH" dirty="0" err="1"/>
              <a:t>it</a:t>
            </a:r>
            <a:endParaRPr lang="de-CH" dirty="0"/>
          </a:p>
          <a:p>
            <a:pPr marL="171450" indent="-171450">
              <a:buFontTx/>
              <a:buChar char="-"/>
            </a:pPr>
            <a:endParaRPr lang="de-CH" dirty="0"/>
          </a:p>
          <a:p>
            <a:pPr marL="0" indent="0">
              <a:buFontTx/>
              <a:buNone/>
            </a:pPr>
            <a:endParaRPr lang="de-CH" dirty="0"/>
          </a:p>
          <a:p>
            <a:pPr marL="171450" indent="-171450">
              <a:buFontTx/>
              <a:buChar char="-"/>
            </a:pPr>
            <a:r>
              <a:rPr lang="de-CH" dirty="0" err="1"/>
              <a:t>Procedural</a:t>
            </a:r>
            <a:r>
              <a:rPr lang="de-CH" dirty="0"/>
              <a:t> Generation </a:t>
            </a:r>
            <a:r>
              <a:rPr lang="de-CH" dirty="0" err="1"/>
              <a:t>is</a:t>
            </a:r>
            <a:r>
              <a:rPr lang="de-CH" dirty="0"/>
              <a:t> just a </a:t>
            </a:r>
            <a:r>
              <a:rPr lang="de-CH" dirty="0" err="1"/>
              <a:t>method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creating</a:t>
            </a:r>
            <a:r>
              <a:rPr lang="de-CH" dirty="0"/>
              <a:t> </a:t>
            </a:r>
            <a:r>
              <a:rPr lang="de-CH" dirty="0" err="1"/>
              <a:t>data</a:t>
            </a:r>
            <a:r>
              <a:rPr lang="de-CH" dirty="0"/>
              <a:t> </a:t>
            </a:r>
            <a:r>
              <a:rPr lang="de-CH" dirty="0" err="1"/>
              <a:t>using</a:t>
            </a:r>
            <a:r>
              <a:rPr lang="de-CH" dirty="0"/>
              <a:t> </a:t>
            </a:r>
            <a:r>
              <a:rPr lang="de-CH" dirty="0" err="1"/>
              <a:t>algorithms</a:t>
            </a:r>
            <a:r>
              <a:rPr lang="de-CH" dirty="0"/>
              <a:t> </a:t>
            </a:r>
            <a:r>
              <a:rPr lang="de-CH" dirty="0" err="1"/>
              <a:t>instead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hand</a:t>
            </a:r>
            <a:endParaRPr lang="de-CH" dirty="0"/>
          </a:p>
          <a:p>
            <a:pPr marL="171450" indent="-171450">
              <a:buFontTx/>
              <a:buChar char="-"/>
            </a:pPr>
            <a:endParaRPr lang="de-CH" dirty="0"/>
          </a:p>
          <a:p>
            <a:pPr marL="171450" indent="-171450">
              <a:buFontTx/>
              <a:buChar char="-"/>
            </a:pPr>
            <a:r>
              <a:rPr lang="de-CH" dirty="0"/>
              <a:t>So </a:t>
            </a:r>
            <a:r>
              <a:rPr lang="de-CH" dirty="0" err="1"/>
              <a:t>it’s</a:t>
            </a:r>
            <a:r>
              <a:rPr lang="de-CH" dirty="0"/>
              <a:t> a </a:t>
            </a:r>
            <a:r>
              <a:rPr lang="de-CH" dirty="0" err="1"/>
              <a:t>very</a:t>
            </a:r>
            <a:r>
              <a:rPr lang="de-CH" dirty="0"/>
              <a:t> </a:t>
            </a:r>
            <a:r>
              <a:rPr lang="de-CH" dirty="0" err="1"/>
              <a:t>broad</a:t>
            </a:r>
            <a:r>
              <a:rPr lang="de-CH" dirty="0"/>
              <a:t> </a:t>
            </a:r>
            <a:r>
              <a:rPr lang="de-CH" dirty="0" err="1"/>
              <a:t>description</a:t>
            </a:r>
            <a:r>
              <a:rPr lang="de-CH" dirty="0"/>
              <a:t> and </a:t>
            </a:r>
            <a:r>
              <a:rPr lang="de-CH" dirty="0" err="1"/>
              <a:t>many</a:t>
            </a:r>
            <a:r>
              <a:rPr lang="de-CH" dirty="0"/>
              <a:t> </a:t>
            </a:r>
            <a:r>
              <a:rPr lang="de-CH" dirty="0" err="1"/>
              <a:t>things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described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procedurally</a:t>
            </a:r>
            <a:r>
              <a:rPr lang="de-CH" dirty="0"/>
              <a:t> </a:t>
            </a:r>
            <a:r>
              <a:rPr lang="de-CH" dirty="0" err="1"/>
              <a:t>generated</a:t>
            </a:r>
            <a:r>
              <a:rPr lang="de-CH" dirty="0"/>
              <a:t> in </a:t>
            </a:r>
            <a:r>
              <a:rPr lang="de-CH" dirty="0" err="1"/>
              <a:t>games</a:t>
            </a:r>
            <a:endParaRPr lang="de-CH" dirty="0"/>
          </a:p>
          <a:p>
            <a:pPr marL="171450" indent="-171450">
              <a:buFontTx/>
              <a:buChar char="-"/>
            </a:pPr>
            <a:endParaRPr lang="de-CH" dirty="0"/>
          </a:p>
          <a:p>
            <a:pPr marL="171450" indent="-171450">
              <a:buFontTx/>
              <a:buChar char="-"/>
            </a:pP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95922-3A8A-4BC3-87C9-0F8530BAB0C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46739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95922-3A8A-4BC3-87C9-0F8530BAB0CE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3883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5524B-772D-98EA-D03C-E62289CEF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A39B965-9B53-137C-97D5-146E0643F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C0FB34F-EB0D-4337-7F7A-AC35FB09B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CH" dirty="0"/>
              <a:t>Very easy and fast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generate</a:t>
            </a:r>
            <a:r>
              <a:rPr lang="de-CH" dirty="0"/>
              <a:t> </a:t>
            </a:r>
            <a:r>
              <a:rPr lang="de-CH" dirty="0" err="1"/>
              <a:t>huge</a:t>
            </a:r>
            <a:r>
              <a:rPr lang="de-CH" dirty="0"/>
              <a:t> </a:t>
            </a:r>
            <a:r>
              <a:rPr lang="de-CH" dirty="0" err="1"/>
              <a:t>maps</a:t>
            </a:r>
            <a:endParaRPr lang="de-CH" dirty="0"/>
          </a:p>
          <a:p>
            <a:pPr marL="171450" indent="-171450">
              <a:buFontTx/>
              <a:buChar char="-"/>
            </a:pPr>
            <a:r>
              <a:rPr lang="de-CH" dirty="0"/>
              <a:t>Very </a:t>
            </a:r>
            <a:r>
              <a:rPr lang="de-CH" dirty="0" err="1"/>
              <a:t>customizable</a:t>
            </a:r>
            <a:r>
              <a:rPr lang="de-CH" dirty="0"/>
              <a:t> – Anno, Factorio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219DE2-6099-E08E-0330-98D502B26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95922-3A8A-4BC3-87C9-0F8530BAB0CE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17948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CH" dirty="0" err="1"/>
              <a:t>Each</a:t>
            </a:r>
            <a:r>
              <a:rPr lang="de-CH" dirty="0"/>
              <a:t> </a:t>
            </a:r>
            <a:r>
              <a:rPr lang="de-CH" dirty="0" err="1"/>
              <a:t>Tile</a:t>
            </a:r>
            <a:r>
              <a:rPr lang="de-CH" dirty="0"/>
              <a:t> </a:t>
            </a:r>
            <a:r>
              <a:rPr lang="de-CH" dirty="0" err="1"/>
              <a:t>gets</a:t>
            </a:r>
            <a:r>
              <a:rPr lang="de-CH" dirty="0"/>
              <a:t> a </a:t>
            </a:r>
            <a:r>
              <a:rPr lang="de-CH" dirty="0" err="1"/>
              <a:t>random</a:t>
            </a:r>
            <a:r>
              <a:rPr lang="de-CH" dirty="0"/>
              <a:t> </a:t>
            </a:r>
            <a:r>
              <a:rPr lang="de-CH" dirty="0" err="1"/>
              <a:t>value</a:t>
            </a:r>
            <a:r>
              <a:rPr lang="de-CH" dirty="0"/>
              <a:t> </a:t>
            </a:r>
            <a:r>
              <a:rPr lang="de-CH" dirty="0" err="1"/>
              <a:t>based</a:t>
            </a:r>
            <a:r>
              <a:rPr lang="de-CH" dirty="0"/>
              <a:t> on </a:t>
            </a:r>
            <a:r>
              <a:rPr lang="de-CH" dirty="0" err="1"/>
              <a:t>noise</a:t>
            </a:r>
            <a:r>
              <a:rPr lang="de-CH" dirty="0"/>
              <a:t> </a:t>
            </a:r>
            <a:r>
              <a:rPr lang="de-CH" dirty="0" err="1"/>
              <a:t>used</a:t>
            </a:r>
            <a:endParaRPr lang="de-CH" dirty="0"/>
          </a:p>
          <a:p>
            <a:pPr marL="171450" indent="-171450">
              <a:buFontTx/>
              <a:buChar char="-"/>
            </a:pPr>
            <a:r>
              <a:rPr lang="de-CH" dirty="0" err="1"/>
              <a:t>Choosing</a:t>
            </a:r>
            <a:r>
              <a:rPr lang="de-CH" dirty="0"/>
              <a:t> Terrain </a:t>
            </a:r>
            <a:r>
              <a:rPr lang="de-CH" dirty="0" err="1"/>
              <a:t>based</a:t>
            </a:r>
            <a:r>
              <a:rPr lang="de-CH" dirty="0"/>
              <a:t> on </a:t>
            </a:r>
            <a:r>
              <a:rPr lang="de-CH" dirty="0" err="1"/>
              <a:t>noise</a:t>
            </a:r>
            <a:r>
              <a:rPr lang="de-CH" dirty="0"/>
              <a:t> </a:t>
            </a:r>
            <a:r>
              <a:rPr lang="de-CH" dirty="0" err="1"/>
              <a:t>value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95922-3A8A-4BC3-87C9-0F8530BAB0CE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6991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BBF0C-0F9F-DC66-8A40-F0E4FA26C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1BDCD3-1906-3FCA-1433-755DD0BCA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7D76866-BB81-D499-B02A-D00A371DA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CH" dirty="0" err="1"/>
              <a:t>Used</a:t>
            </a:r>
            <a:r>
              <a:rPr lang="de-CH" dirty="0"/>
              <a:t> </a:t>
            </a:r>
            <a:r>
              <a:rPr lang="de-CH" dirty="0" err="1"/>
              <a:t>often</a:t>
            </a:r>
            <a:r>
              <a:rPr lang="de-CH" dirty="0"/>
              <a:t> in </a:t>
            </a:r>
            <a:r>
              <a:rPr lang="de-CH" dirty="0" err="1"/>
              <a:t>roguelikes</a:t>
            </a:r>
            <a:endParaRPr lang="de-CH" dirty="0"/>
          </a:p>
          <a:p>
            <a:pPr marL="628650" lvl="1" indent="-171450">
              <a:buFontTx/>
              <a:buChar char="-"/>
            </a:pPr>
            <a:r>
              <a:rPr lang="de-CH" dirty="0"/>
              <a:t>Different </a:t>
            </a:r>
            <a:r>
              <a:rPr lang="de-CH" dirty="0" err="1"/>
              <a:t>map</a:t>
            </a:r>
            <a:r>
              <a:rPr lang="de-CH" dirty="0"/>
              <a:t> </a:t>
            </a:r>
            <a:r>
              <a:rPr lang="de-CH" dirty="0" err="1"/>
              <a:t>each</a:t>
            </a:r>
            <a:r>
              <a:rPr lang="de-CH" dirty="0"/>
              <a:t> </a:t>
            </a:r>
            <a:r>
              <a:rPr lang="de-CH" dirty="0" err="1"/>
              <a:t>run</a:t>
            </a:r>
            <a:endParaRPr lang="de-CH" dirty="0"/>
          </a:p>
          <a:p>
            <a:pPr marL="628650" lvl="1" indent="-171450">
              <a:buFontTx/>
              <a:buChar char="-"/>
            </a:pPr>
            <a:r>
              <a:rPr lang="de-CH" dirty="0" err="1"/>
              <a:t>removes</a:t>
            </a:r>
            <a:r>
              <a:rPr lang="de-CH" dirty="0"/>
              <a:t> </a:t>
            </a:r>
            <a:r>
              <a:rPr lang="de-CH" dirty="0" err="1"/>
              <a:t>repetition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D02F87-8296-9182-F0E3-CBAA929C4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95922-3A8A-4BC3-87C9-0F8530BAB0CE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23771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B6D5D-3B88-66AB-38E4-4B3317049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8394E79-C58D-1785-2F1F-29805324A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5B7496C-661E-4AFB-F251-B8C95EC5A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CH" dirty="0" err="1"/>
              <a:t>basically</a:t>
            </a:r>
            <a:r>
              <a:rPr lang="de-CH" dirty="0"/>
              <a:t> just 2 Lines (Line2D) (1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shadow</a:t>
            </a:r>
            <a:r>
              <a:rPr lang="de-CH" dirty="0"/>
              <a:t> 1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tentacle</a:t>
            </a:r>
            <a:r>
              <a:rPr lang="de-CH" dirty="0"/>
              <a:t>)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split</a:t>
            </a:r>
            <a:r>
              <a:rPr lang="de-CH" dirty="0"/>
              <a:t> </a:t>
            </a:r>
            <a:r>
              <a:rPr lang="de-CH" dirty="0" err="1"/>
              <a:t>into</a:t>
            </a:r>
            <a:r>
              <a:rPr lang="de-CH" dirty="0"/>
              <a:t> 25 </a:t>
            </a:r>
            <a:r>
              <a:rPr lang="de-CH" dirty="0" err="1"/>
              <a:t>segments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move</a:t>
            </a:r>
            <a:r>
              <a:rPr lang="de-CH" dirty="0"/>
              <a:t> </a:t>
            </a:r>
            <a:r>
              <a:rPr lang="de-CH" dirty="0" err="1"/>
              <a:t>around</a:t>
            </a:r>
            <a:endParaRPr lang="de-CH" dirty="0"/>
          </a:p>
          <a:p>
            <a:pPr marL="171450" indent="-171450">
              <a:buFontTx/>
              <a:buChar char="-"/>
            </a:pPr>
            <a:r>
              <a:rPr lang="de-CH" dirty="0" err="1"/>
              <a:t>Tentacle</a:t>
            </a:r>
            <a:r>
              <a:rPr lang="de-CH" dirty="0"/>
              <a:t> </a:t>
            </a:r>
            <a:r>
              <a:rPr lang="de-CH" dirty="0" err="1"/>
              <a:t>wants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move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player</a:t>
            </a:r>
            <a:endParaRPr lang="de-CH" dirty="0"/>
          </a:p>
          <a:p>
            <a:pPr marL="628650" lvl="1" indent="-171450">
              <a:buFontTx/>
              <a:buChar char="-"/>
            </a:pPr>
            <a:r>
              <a:rPr lang="de-CH" dirty="0" err="1"/>
              <a:t>calculates</a:t>
            </a:r>
            <a:r>
              <a:rPr lang="de-CH" dirty="0"/>
              <a:t> </a:t>
            </a:r>
            <a:r>
              <a:rPr lang="de-CH" dirty="0" err="1"/>
              <a:t>backwards</a:t>
            </a:r>
            <a:r>
              <a:rPr lang="de-CH" dirty="0"/>
              <a:t> </a:t>
            </a: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different </a:t>
            </a:r>
            <a:r>
              <a:rPr lang="de-CH" dirty="0" err="1"/>
              <a:t>joints</a:t>
            </a:r>
            <a:r>
              <a:rPr lang="de-CH" dirty="0"/>
              <a:t> </a:t>
            </a:r>
            <a:r>
              <a:rPr lang="de-CH" dirty="0" err="1"/>
              <a:t>have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move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get</a:t>
            </a:r>
            <a:r>
              <a:rPr lang="de-CH" dirty="0"/>
              <a:t> </a:t>
            </a:r>
            <a:r>
              <a:rPr lang="de-CH" dirty="0" err="1"/>
              <a:t>there</a:t>
            </a:r>
            <a:endParaRPr lang="de-CH" dirty="0"/>
          </a:p>
          <a:p>
            <a:pPr marL="628650" lvl="1" indent="-171450">
              <a:buFontTx/>
              <a:buChar char="-"/>
            </a:pPr>
            <a:r>
              <a:rPr lang="de-CH" dirty="0" err="1"/>
              <a:t>random</a:t>
            </a:r>
            <a:r>
              <a:rPr lang="de-CH" dirty="0"/>
              <a:t> </a:t>
            </a:r>
            <a:r>
              <a:rPr lang="de-CH" dirty="0" err="1"/>
              <a:t>wave</a:t>
            </a:r>
            <a:r>
              <a:rPr lang="de-CH" dirty="0"/>
              <a:t> </a:t>
            </a:r>
            <a:r>
              <a:rPr lang="de-CH" dirty="0" err="1"/>
              <a:t>motions</a:t>
            </a:r>
            <a:endParaRPr lang="de-CH" dirty="0"/>
          </a:p>
          <a:p>
            <a:pPr marL="628650" lvl="1" indent="-171450">
              <a:buFontTx/>
              <a:buChar char="-"/>
            </a:pPr>
            <a:endParaRPr lang="de-CH" dirty="0"/>
          </a:p>
          <a:p>
            <a:pPr marL="171450" lvl="0" indent="-171450">
              <a:buFontTx/>
              <a:buChar char="-"/>
            </a:pPr>
            <a:r>
              <a:rPr lang="de-CH" dirty="0"/>
              <a:t>and </a:t>
            </a:r>
            <a:r>
              <a:rPr lang="de-CH" dirty="0" err="1"/>
              <a:t>some</a:t>
            </a:r>
            <a:r>
              <a:rPr lang="de-CH" dirty="0"/>
              <a:t> </a:t>
            </a:r>
            <a:r>
              <a:rPr lang="de-CH" dirty="0" err="1"/>
              <a:t>shaders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make</a:t>
            </a:r>
            <a:r>
              <a:rPr lang="de-CH" dirty="0"/>
              <a:t>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actually</a:t>
            </a:r>
            <a:r>
              <a:rPr lang="de-CH" dirty="0"/>
              <a:t> </a:t>
            </a:r>
            <a:r>
              <a:rPr lang="de-CH" dirty="0" err="1"/>
              <a:t>look</a:t>
            </a:r>
            <a:r>
              <a:rPr lang="de-CH" dirty="0"/>
              <a:t> </a:t>
            </a:r>
            <a:r>
              <a:rPr lang="de-CH" dirty="0" err="1"/>
              <a:t>good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9E09B7-1C35-B05B-8637-FFBD4EA12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95922-3A8A-4BC3-87C9-0F8530BAB0CE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19940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78BB0-F1A5-926B-8F10-07A9D52FA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B171981-715E-5805-DA58-6950B279A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69BB61A-F147-9FB2-4524-3731993A6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CH" dirty="0"/>
              <a:t>I </a:t>
            </a:r>
            <a:r>
              <a:rPr lang="de-CH" dirty="0" err="1"/>
              <a:t>think</a:t>
            </a:r>
            <a:r>
              <a:rPr lang="de-CH" dirty="0"/>
              <a:t> </a:t>
            </a:r>
            <a:r>
              <a:rPr lang="de-CH" dirty="0" err="1"/>
              <a:t>most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you</a:t>
            </a:r>
            <a:r>
              <a:rPr lang="de-CH" dirty="0"/>
              <a:t> </a:t>
            </a:r>
            <a:r>
              <a:rPr lang="de-CH" dirty="0" err="1"/>
              <a:t>probably</a:t>
            </a:r>
            <a:r>
              <a:rPr lang="de-CH" dirty="0"/>
              <a:t> </a:t>
            </a:r>
            <a:r>
              <a:rPr lang="de-CH" dirty="0" err="1"/>
              <a:t>know</a:t>
            </a:r>
            <a:r>
              <a:rPr lang="de-CH" dirty="0"/>
              <a:t> </a:t>
            </a:r>
            <a:r>
              <a:rPr lang="de-CH" dirty="0" err="1"/>
              <a:t>what</a:t>
            </a:r>
            <a:r>
              <a:rPr lang="de-CH" dirty="0"/>
              <a:t> 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or</a:t>
            </a:r>
            <a:r>
              <a:rPr lang="de-CH" dirty="0"/>
              <a:t> at least </a:t>
            </a:r>
            <a:r>
              <a:rPr lang="de-CH" dirty="0" err="1"/>
              <a:t>know</a:t>
            </a:r>
            <a:r>
              <a:rPr lang="de-CH" dirty="0"/>
              <a:t> </a:t>
            </a:r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games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known</a:t>
            </a:r>
            <a:r>
              <a:rPr lang="de-CH" dirty="0"/>
              <a:t>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using</a:t>
            </a:r>
            <a:r>
              <a:rPr lang="de-CH" dirty="0"/>
              <a:t> </a:t>
            </a:r>
            <a:r>
              <a:rPr lang="de-CH" dirty="0" err="1"/>
              <a:t>it</a:t>
            </a:r>
            <a:endParaRPr lang="de-CH" dirty="0"/>
          </a:p>
          <a:p>
            <a:pPr marL="171450" indent="-171450">
              <a:buFontTx/>
              <a:buChar char="-"/>
            </a:pPr>
            <a:endParaRPr lang="de-CH" dirty="0"/>
          </a:p>
          <a:p>
            <a:pPr marL="0" indent="0">
              <a:buFontTx/>
              <a:buNone/>
            </a:pPr>
            <a:endParaRPr lang="de-CH" dirty="0"/>
          </a:p>
          <a:p>
            <a:pPr marL="171450" indent="-171450">
              <a:buFontTx/>
              <a:buChar char="-"/>
            </a:pPr>
            <a:r>
              <a:rPr lang="de-CH" dirty="0" err="1"/>
              <a:t>Procedural</a:t>
            </a:r>
            <a:r>
              <a:rPr lang="de-CH" dirty="0"/>
              <a:t> Generation </a:t>
            </a:r>
            <a:r>
              <a:rPr lang="de-CH" dirty="0" err="1"/>
              <a:t>is</a:t>
            </a:r>
            <a:r>
              <a:rPr lang="de-CH" dirty="0"/>
              <a:t> just a </a:t>
            </a:r>
            <a:r>
              <a:rPr lang="de-CH" dirty="0" err="1"/>
              <a:t>method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creating</a:t>
            </a:r>
            <a:r>
              <a:rPr lang="de-CH" dirty="0"/>
              <a:t> </a:t>
            </a:r>
            <a:r>
              <a:rPr lang="de-CH" dirty="0" err="1"/>
              <a:t>data</a:t>
            </a:r>
            <a:r>
              <a:rPr lang="de-CH" dirty="0"/>
              <a:t> </a:t>
            </a:r>
            <a:r>
              <a:rPr lang="de-CH" dirty="0" err="1"/>
              <a:t>using</a:t>
            </a:r>
            <a:r>
              <a:rPr lang="de-CH" dirty="0"/>
              <a:t> </a:t>
            </a:r>
            <a:r>
              <a:rPr lang="de-CH" dirty="0" err="1"/>
              <a:t>algorithms</a:t>
            </a:r>
            <a:r>
              <a:rPr lang="de-CH" dirty="0"/>
              <a:t> </a:t>
            </a:r>
            <a:r>
              <a:rPr lang="de-CH" dirty="0" err="1"/>
              <a:t>instead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hand</a:t>
            </a:r>
            <a:endParaRPr lang="de-CH" dirty="0"/>
          </a:p>
          <a:p>
            <a:pPr marL="171450" indent="-171450">
              <a:buFontTx/>
              <a:buChar char="-"/>
            </a:pPr>
            <a:endParaRPr lang="de-CH" dirty="0"/>
          </a:p>
          <a:p>
            <a:pPr marL="171450" indent="-171450">
              <a:buFontTx/>
              <a:buChar char="-"/>
            </a:pPr>
            <a:r>
              <a:rPr lang="de-CH" dirty="0"/>
              <a:t>So </a:t>
            </a:r>
            <a:r>
              <a:rPr lang="de-CH" dirty="0" err="1"/>
              <a:t>it’s</a:t>
            </a:r>
            <a:r>
              <a:rPr lang="de-CH" dirty="0"/>
              <a:t> a </a:t>
            </a:r>
            <a:r>
              <a:rPr lang="de-CH" dirty="0" err="1"/>
              <a:t>very</a:t>
            </a:r>
            <a:r>
              <a:rPr lang="de-CH" dirty="0"/>
              <a:t> </a:t>
            </a:r>
            <a:r>
              <a:rPr lang="de-CH" dirty="0" err="1"/>
              <a:t>broad</a:t>
            </a:r>
            <a:r>
              <a:rPr lang="de-CH" dirty="0"/>
              <a:t> </a:t>
            </a:r>
            <a:r>
              <a:rPr lang="de-CH" dirty="0" err="1"/>
              <a:t>description</a:t>
            </a:r>
            <a:r>
              <a:rPr lang="de-CH" dirty="0"/>
              <a:t> and </a:t>
            </a:r>
            <a:r>
              <a:rPr lang="de-CH" dirty="0" err="1"/>
              <a:t>many</a:t>
            </a:r>
            <a:r>
              <a:rPr lang="de-CH" dirty="0"/>
              <a:t> </a:t>
            </a:r>
            <a:r>
              <a:rPr lang="de-CH" dirty="0" err="1"/>
              <a:t>things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described</a:t>
            </a:r>
            <a:r>
              <a:rPr lang="de-CH" dirty="0"/>
              <a:t>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procedurally</a:t>
            </a:r>
            <a:r>
              <a:rPr lang="de-CH" dirty="0"/>
              <a:t> </a:t>
            </a:r>
            <a:r>
              <a:rPr lang="de-CH" dirty="0" err="1"/>
              <a:t>generated</a:t>
            </a:r>
            <a:r>
              <a:rPr lang="de-CH" dirty="0"/>
              <a:t> in </a:t>
            </a:r>
            <a:r>
              <a:rPr lang="de-CH" dirty="0" err="1"/>
              <a:t>games</a:t>
            </a:r>
            <a:endParaRPr lang="de-CH" dirty="0"/>
          </a:p>
          <a:p>
            <a:pPr marL="171450" indent="-171450">
              <a:buFontTx/>
              <a:buChar char="-"/>
            </a:pPr>
            <a:endParaRPr lang="de-CH" dirty="0"/>
          </a:p>
          <a:p>
            <a:pPr marL="171450" indent="-171450">
              <a:buFontTx/>
              <a:buChar char="-"/>
            </a:pP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DE2A28-249F-9086-ED8F-B553EE489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95922-3A8A-4BC3-87C9-0F8530BAB0CE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848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172295-7CC0-B291-C882-66551FCC7E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 err="1"/>
              <a:t>Procedural</a:t>
            </a:r>
            <a:r>
              <a:rPr lang="de-CH" dirty="0"/>
              <a:t> Generation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FD765E3-2859-18F4-D01A-92F04BB512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Personal Project - GAMEDEV</a:t>
            </a:r>
          </a:p>
        </p:txBody>
      </p:sp>
    </p:spTree>
    <p:extLst>
      <p:ext uri="{BB962C8B-B14F-4D97-AF65-F5344CB8AC3E}">
        <p14:creationId xmlns:p14="http://schemas.microsoft.com/office/powerpoint/2010/main" val="486395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796706-90EC-C7C0-A46B-D46C53A88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237455"/>
            <a:ext cx="10122107" cy="1478570"/>
          </a:xfrm>
        </p:spPr>
        <p:txBody>
          <a:bodyPr>
            <a:normAutofit/>
          </a:bodyPr>
          <a:lstStyle/>
          <a:p>
            <a:r>
              <a:rPr lang="de-CH" sz="4800" dirty="0" err="1"/>
              <a:t>what</a:t>
            </a:r>
            <a:r>
              <a:rPr lang="de-CH" sz="4800" dirty="0"/>
              <a:t> </a:t>
            </a:r>
            <a:r>
              <a:rPr lang="de-CH" sz="4800" dirty="0" err="1"/>
              <a:t>is</a:t>
            </a:r>
            <a:r>
              <a:rPr lang="de-CH" sz="4800" dirty="0"/>
              <a:t> </a:t>
            </a:r>
            <a:r>
              <a:rPr lang="de-CH" sz="4800" dirty="0" err="1"/>
              <a:t>Procedural</a:t>
            </a:r>
            <a:r>
              <a:rPr lang="de-CH" sz="4800" dirty="0"/>
              <a:t> </a:t>
            </a:r>
            <a:r>
              <a:rPr lang="de-CH" sz="4800" dirty="0" err="1"/>
              <a:t>generation</a:t>
            </a:r>
            <a:r>
              <a:rPr lang="de-CH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035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9200D1-C4ED-3036-FC0F-615D40484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Uses</a:t>
            </a:r>
            <a:r>
              <a:rPr lang="de-CH" dirty="0"/>
              <a:t> in </a:t>
            </a:r>
            <a:r>
              <a:rPr lang="de-CH" dirty="0" err="1"/>
              <a:t>games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7B1D3B-7EAA-8FFC-5ACF-8B14DCE86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Terrain Generation</a:t>
            </a:r>
          </a:p>
          <a:p>
            <a:r>
              <a:rPr lang="de-CH" dirty="0"/>
              <a:t>Dungeon Generation</a:t>
            </a:r>
          </a:p>
          <a:p>
            <a:r>
              <a:rPr lang="de-CH" dirty="0" err="1"/>
              <a:t>Creating</a:t>
            </a:r>
            <a:r>
              <a:rPr lang="de-CH" dirty="0"/>
              <a:t> </a:t>
            </a:r>
            <a:r>
              <a:rPr lang="de-CH" dirty="0" err="1"/>
              <a:t>Animations</a:t>
            </a:r>
            <a:endParaRPr lang="de-CH" dirty="0"/>
          </a:p>
          <a:p>
            <a:r>
              <a:rPr lang="de-CH" dirty="0"/>
              <a:t>Name Generation</a:t>
            </a:r>
          </a:p>
          <a:p>
            <a:r>
              <a:rPr lang="de-CH" dirty="0" err="1"/>
              <a:t>Texture</a:t>
            </a:r>
            <a:r>
              <a:rPr lang="de-CH" dirty="0"/>
              <a:t> Generation</a:t>
            </a:r>
          </a:p>
          <a:p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66226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40956-D44D-8B9A-B584-69658D1D5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A5308E-5E7F-D32F-4979-13E5A73A8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237455"/>
            <a:ext cx="10122107" cy="1478570"/>
          </a:xfrm>
        </p:spPr>
        <p:txBody>
          <a:bodyPr>
            <a:normAutofit/>
          </a:bodyPr>
          <a:lstStyle/>
          <a:p>
            <a:r>
              <a:rPr lang="de-CH" sz="4800" dirty="0"/>
              <a:t>Demo – </a:t>
            </a:r>
            <a:r>
              <a:rPr lang="de-CH" sz="4800" dirty="0" err="1"/>
              <a:t>terrain</a:t>
            </a:r>
            <a:r>
              <a:rPr lang="de-CH" sz="4800" dirty="0"/>
              <a:t> </a:t>
            </a:r>
            <a:r>
              <a:rPr lang="de-CH" sz="4800" dirty="0" err="1"/>
              <a:t>generation</a:t>
            </a:r>
            <a:endParaRPr lang="de-CH" sz="4800" dirty="0"/>
          </a:p>
        </p:txBody>
      </p:sp>
    </p:spTree>
    <p:extLst>
      <p:ext uri="{BB962C8B-B14F-4D97-AF65-F5344CB8AC3E}">
        <p14:creationId xmlns:p14="http://schemas.microsoft.com/office/powerpoint/2010/main" val="589517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C70C52-17B8-4853-B262-AAA1E597C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1274" y="1196483"/>
            <a:ext cx="9905999" cy="3541714"/>
          </a:xfrm>
        </p:spPr>
        <p:txBody>
          <a:bodyPr/>
          <a:lstStyle/>
          <a:p>
            <a:r>
              <a:rPr lang="de-CH" dirty="0"/>
              <a:t>Terrain - </a:t>
            </a:r>
            <a:r>
              <a:rPr lang="de-CH" dirty="0" err="1"/>
              <a:t>noise</a:t>
            </a:r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r>
              <a:rPr lang="de-CH" dirty="0" err="1"/>
              <a:t>Trees</a:t>
            </a:r>
            <a:r>
              <a:rPr lang="de-CH" dirty="0"/>
              <a:t> - </a:t>
            </a:r>
            <a:r>
              <a:rPr lang="de-CH" dirty="0" err="1"/>
              <a:t>noise</a:t>
            </a:r>
            <a:endParaRPr lang="de-CH" dirty="0"/>
          </a:p>
        </p:txBody>
      </p:sp>
      <p:pic>
        <p:nvPicPr>
          <p:cNvPr id="5" name="Grafik 4" descr="Ein Bild, das Schwarz, Verschwommen, Schwarzweiß enthält.&#10;&#10;KI-generierte Inhalte können fehlerhaft sein.">
            <a:extLst>
              <a:ext uri="{FF2B5EF4-FFF2-40B4-BE49-F238E27FC236}">
                <a16:creationId xmlns:a16="http://schemas.microsoft.com/office/drawing/2014/main" id="{92D4A19E-28F8-90B5-D0CF-6E25E2A70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203" y="1784012"/>
            <a:ext cx="9326277" cy="1419423"/>
          </a:xfrm>
          <a:prstGeom prst="rect">
            <a:avLst/>
          </a:prstGeom>
        </p:spPr>
      </p:pic>
      <p:pic>
        <p:nvPicPr>
          <p:cNvPr id="7" name="Grafik 6" descr="Ein Bild, das Stoff, Grau, Muster enthält.&#10;&#10;KI-generierte Inhalte können fehlerhaft sein.">
            <a:extLst>
              <a:ext uri="{FF2B5EF4-FFF2-40B4-BE49-F238E27FC236}">
                <a16:creationId xmlns:a16="http://schemas.microsoft.com/office/drawing/2014/main" id="{B4A60961-6AAD-8920-D088-A30BA5FAC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203" y="4076628"/>
            <a:ext cx="9326277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03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44284-645D-A297-B259-010B09BFD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5FFC7C-56C7-8CA5-FA2B-549D242B0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237455"/>
            <a:ext cx="10122107" cy="1478570"/>
          </a:xfrm>
        </p:spPr>
        <p:txBody>
          <a:bodyPr>
            <a:normAutofit/>
          </a:bodyPr>
          <a:lstStyle/>
          <a:p>
            <a:r>
              <a:rPr lang="de-CH" sz="4800" dirty="0"/>
              <a:t>Demo – </a:t>
            </a:r>
            <a:r>
              <a:rPr lang="de-CH" sz="4800" dirty="0" err="1"/>
              <a:t>dungeon</a:t>
            </a:r>
            <a:r>
              <a:rPr lang="de-CH" sz="4800" dirty="0"/>
              <a:t> </a:t>
            </a:r>
            <a:r>
              <a:rPr lang="de-CH" sz="4800" dirty="0" err="1"/>
              <a:t>generation</a:t>
            </a:r>
            <a:endParaRPr lang="de-CH" sz="4800" dirty="0"/>
          </a:p>
        </p:txBody>
      </p:sp>
    </p:spTree>
    <p:extLst>
      <p:ext uri="{BB962C8B-B14F-4D97-AF65-F5344CB8AC3E}">
        <p14:creationId xmlns:p14="http://schemas.microsoft.com/office/powerpoint/2010/main" val="3022471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921C2-287C-3FB8-295D-CF7BBC90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E61592-786A-E423-4103-E5CF32864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237455"/>
            <a:ext cx="10122107" cy="1478570"/>
          </a:xfrm>
        </p:spPr>
        <p:txBody>
          <a:bodyPr>
            <a:normAutofit/>
          </a:bodyPr>
          <a:lstStyle/>
          <a:p>
            <a:r>
              <a:rPr lang="de-CH" sz="4800" dirty="0"/>
              <a:t>Demo – </a:t>
            </a:r>
            <a:r>
              <a:rPr lang="de-CH" sz="4800" dirty="0" err="1"/>
              <a:t>creating</a:t>
            </a:r>
            <a:r>
              <a:rPr lang="de-CH" sz="4800" dirty="0"/>
              <a:t> </a:t>
            </a:r>
            <a:r>
              <a:rPr lang="de-CH" sz="4800" dirty="0" err="1"/>
              <a:t>Animations</a:t>
            </a:r>
            <a:endParaRPr lang="de-CH" sz="4800" dirty="0"/>
          </a:p>
        </p:txBody>
      </p:sp>
    </p:spTree>
    <p:extLst>
      <p:ext uri="{BB962C8B-B14F-4D97-AF65-F5344CB8AC3E}">
        <p14:creationId xmlns:p14="http://schemas.microsoft.com/office/powerpoint/2010/main" val="3749754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EAAF-119E-A343-7539-B56D47198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F517F-B28E-67A0-D991-5C1A3A394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476" y="2567239"/>
            <a:ext cx="4215359" cy="1478570"/>
          </a:xfrm>
        </p:spPr>
        <p:txBody>
          <a:bodyPr>
            <a:normAutofit/>
          </a:bodyPr>
          <a:lstStyle/>
          <a:p>
            <a:r>
              <a:rPr lang="de-CH" sz="7200" dirty="0" err="1"/>
              <a:t>the</a:t>
            </a:r>
            <a:r>
              <a:rPr lang="de-CH" sz="7200" dirty="0"/>
              <a:t> end</a:t>
            </a:r>
          </a:p>
        </p:txBody>
      </p:sp>
    </p:spTree>
    <p:extLst>
      <p:ext uri="{BB962C8B-B14F-4D97-AF65-F5344CB8AC3E}">
        <p14:creationId xmlns:p14="http://schemas.microsoft.com/office/powerpoint/2010/main" val="34178921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TM04033919[[fn=Schaltkreis]]</Template>
  <TotalTime>0</TotalTime>
  <Words>253</Words>
  <Application>Microsoft Office PowerPoint</Application>
  <PresentationFormat>Breitbild</PresentationFormat>
  <Paragraphs>50</Paragraphs>
  <Slides>8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Arial</vt:lpstr>
      <vt:lpstr>Tw Cen MT</vt:lpstr>
      <vt:lpstr>Schaltkreis</vt:lpstr>
      <vt:lpstr>Procedural Generation</vt:lpstr>
      <vt:lpstr>what is Procedural generation?</vt:lpstr>
      <vt:lpstr>Uses in games</vt:lpstr>
      <vt:lpstr>Demo – terrain generation</vt:lpstr>
      <vt:lpstr>PowerPoint-Präsentation</vt:lpstr>
      <vt:lpstr>Demo – dungeon generation</vt:lpstr>
      <vt:lpstr>Demo – creating Animations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Meyer Lino I.BSCINF.2301</dc:creator>
  <cp:lastModifiedBy>Meyer Lino I.BSCINF.2301</cp:lastModifiedBy>
  <cp:revision>1</cp:revision>
  <dcterms:created xsi:type="dcterms:W3CDTF">2025-12-16T20:33:11Z</dcterms:created>
  <dcterms:modified xsi:type="dcterms:W3CDTF">2025-12-16T21:31:20Z</dcterms:modified>
</cp:coreProperties>
</file>